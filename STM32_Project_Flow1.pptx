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6" r:id="rId3"/>
    <p:sldId id="257" r:id="rId4"/>
    <p:sldId id="258" r:id="rId5"/>
    <p:sldId id="260" r:id="rId6"/>
    <p:sldId id="259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3FAF-21D5-0730-34B5-57C037124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9EE80-ECC6-51F5-2532-FB85FC5BA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BA34-135F-878B-F045-8017C549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A9949-EEFB-272A-264E-9BB4C86D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6CB06-625D-0FDE-01DD-12C7F53E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38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5990D-5A2A-3E3C-2B83-139F9BE3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C5BED-12CF-65FC-314A-A3205FE55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E8487-33E2-C5E5-6219-8A430788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84292-275A-6436-3FF8-039CC74C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D098-B476-74DE-B664-3261A86D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682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F933-1666-3552-81E4-56AB8DD9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48C88-24F7-5FF6-86EB-73FB83AD4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7A8FD-671B-3106-F9EB-EC9C321D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97ADB-2064-663D-32DB-A780C851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C744-60FD-D3A1-6007-297B8F40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47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AD78-631D-BE86-B2CA-43AA2179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6C919-AA48-8CAF-88E9-69C4924E9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12490-A4C8-446F-E781-777EEB37B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A57C-F4B1-A51E-B25E-E19FA960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796A1-A502-BF59-6A34-3CDA4E9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EBD99-5056-0608-0C41-080FB9AD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17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DBDA-A839-47A8-143F-4CAEF47D0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F8B69-E9E7-7836-E67F-0E4519E75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56F71-06FD-91BC-486A-051C1345F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C8335-9CF2-3D27-6125-D66E8C658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AC3A4-3AD5-73FB-62A5-D9E36B3B9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CA6F06-0E22-722F-0601-989C900A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D1F1F0-D490-E1E3-FE05-9C572C75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5C9A4-1E83-EEED-7F60-C62D7192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71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02C4-900B-F7B0-A974-5CBFB23A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B90BB-5DB1-643B-CEC3-E2FA524E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B217A-E341-B110-DA0E-3BDD0CC4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D6072-8693-09F0-655C-42E0BA8B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E98CD-FBA0-FCF0-65E2-B91D3A86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75F36-6E9E-BFD1-2043-43A75495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AD4B-6AF8-A623-C339-4627B161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6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6013-20FF-395D-092A-7E011576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E9F0-65D4-59A4-5424-919F2DBD3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7FBC9-D875-A700-2979-55320BD5A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1FE4A-3794-A283-407E-D1EDC99B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E1DF3-A902-0A8D-02F4-71F21F2F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C856-738D-3E33-FB0D-BD3688C7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99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5AF2-B75F-D867-194A-729C4754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289D24-2207-7EBB-B51F-C4ABB0692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32625-80AB-E53B-3A2E-065397EFC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15C0A-2E5D-BB70-8967-CF2FC52AF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37671-6D83-3C58-9B0B-E18F679B6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21EF9-122D-8F1D-D377-AE451D71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64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7F9B-977F-8F2C-3DB9-352BBA64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387D0-6123-21AC-997E-772BDEC4D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55A3-6535-8C79-A3E8-1C24DD55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2D2F8-0382-3A91-13FF-E542C2DA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FE0A6-963D-8C93-0958-263DB72C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1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5E7C7B-76C7-7741-2110-CC0EB354C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9BD2F-24C7-725E-19E9-50A1669D0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AE5D9-32A6-DA8A-5662-8E205727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842A2-18CE-F987-8836-4E8D42E2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E691F-A2A2-4568-2927-D2B8F1C1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38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DAD37-484B-D363-254B-9F402112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2D1DE-D75A-530E-0E30-1A4A8C8A5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5A4BD-DC6C-C553-8EDA-61189136C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A6F33-9EB8-45A0-863F-DB9AA93A73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3E485-0270-7940-88FA-04067F5B6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F6E1C-C418-1C99-563B-4D35A34B1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C1BC8-C8A9-4E01-9E74-771EAE699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59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9976-9F15-F79F-57D8-64BA2ED7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822489-468B-6249-4301-E91E774321A2}"/>
              </a:ext>
            </a:extLst>
          </p:cNvPr>
          <p:cNvSpPr txBox="1"/>
          <p:nvPr/>
        </p:nvSpPr>
        <p:spPr>
          <a:xfrm>
            <a:off x="4443143" y="3105834"/>
            <a:ext cx="3305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Nucleo-F411RE</a:t>
            </a:r>
          </a:p>
        </p:txBody>
      </p:sp>
    </p:spTree>
    <p:extLst>
      <p:ext uri="{BB962C8B-B14F-4D97-AF65-F5344CB8AC3E}">
        <p14:creationId xmlns:p14="http://schemas.microsoft.com/office/powerpoint/2010/main" val="1948584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C0BE12-F31E-86DE-8E5C-1D151BCC6D9E}"/>
              </a:ext>
            </a:extLst>
          </p:cNvPr>
          <p:cNvSpPr txBox="1"/>
          <p:nvPr/>
        </p:nvSpPr>
        <p:spPr>
          <a:xfrm>
            <a:off x="347472" y="490419"/>
            <a:ext cx="84101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Phase 1: Create the Folder and Project</a:t>
            </a:r>
          </a:p>
          <a:p>
            <a:pPr>
              <a:buNone/>
            </a:pPr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Create a New Folder:</a:t>
            </a:r>
            <a:r>
              <a:rPr lang="en-GB" dirty="0"/>
              <a:t> In Windows, create a folder named </a:t>
            </a:r>
            <a:r>
              <a:rPr lang="en-GB" dirty="0">
                <a:latin typeface="Courier New" panose="02070309020205020404" pitchFamily="49" charset="0"/>
              </a:rPr>
              <a:t>STM32_DMA_Test</a:t>
            </a:r>
            <a:r>
              <a:rPr lang="en-GB" dirty="0"/>
              <a:t>. (Always keep your projects in their own folders to avoid file mix-ups).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Open Keil:</a:t>
            </a:r>
            <a:r>
              <a:rPr lang="en-GB" dirty="0"/>
              <a:t> Go to </a:t>
            </a:r>
            <a:r>
              <a:rPr lang="en-GB" b="1" dirty="0"/>
              <a:t>Project -&gt; New </a:t>
            </a:r>
            <a:r>
              <a:rPr lang="en-GB" b="1" dirty="0" err="1"/>
              <a:t>uVision</a:t>
            </a:r>
            <a:r>
              <a:rPr lang="en-GB" b="1" dirty="0"/>
              <a:t> Project...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Save it:</a:t>
            </a:r>
            <a:r>
              <a:rPr lang="en-GB" dirty="0"/>
              <a:t> Navigate to your new folder and name the project </a:t>
            </a:r>
            <a:r>
              <a:rPr lang="en-GB" dirty="0" err="1">
                <a:latin typeface="Courier New" panose="02070309020205020404" pitchFamily="49" charset="0"/>
              </a:rPr>
              <a:t>DMA_Project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Select Device:</a:t>
            </a:r>
            <a:r>
              <a:rPr lang="en-GB" dirty="0"/>
              <a:t> In the search box, type </a:t>
            </a:r>
            <a:r>
              <a:rPr lang="en-GB" dirty="0">
                <a:latin typeface="Courier New" panose="02070309020205020404" pitchFamily="49" charset="0"/>
              </a:rPr>
              <a:t>STM32F411RE</a:t>
            </a:r>
            <a:r>
              <a:rPr lang="en-GB" dirty="0"/>
              <a:t>. Select it and click </a:t>
            </a:r>
            <a:r>
              <a:rPr lang="en-GB" b="1" dirty="0"/>
              <a:t>OK</a:t>
            </a:r>
            <a:r>
              <a:rPr lang="en-GB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9FAB08-29D8-D9B0-92A5-53C9B0384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767102"/>
            <a:ext cx="5382641" cy="395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4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2955-D2AB-65BC-26C1-88450820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83927-EECC-7CE3-63B8-87D4D9F7F04F}"/>
              </a:ext>
            </a:extLst>
          </p:cNvPr>
          <p:cNvSpPr txBox="1"/>
          <p:nvPr/>
        </p:nvSpPr>
        <p:spPr>
          <a:xfrm>
            <a:off x="148590" y="150751"/>
            <a:ext cx="114734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Phase 2: Force the "Classic" Pack (Crucial Step)</a:t>
            </a:r>
          </a:p>
          <a:p>
            <a:pPr>
              <a:buNone/>
            </a:pPr>
            <a:r>
              <a:rPr lang="en-GB" dirty="0"/>
              <a:t>A window titled </a:t>
            </a:r>
            <a:r>
              <a:rPr lang="en-GB" b="1" dirty="0"/>
              <a:t>"Manage Run-Time Environment"</a:t>
            </a:r>
            <a:r>
              <a:rPr lang="en-GB" dirty="0"/>
              <a:t> will open. </a:t>
            </a:r>
            <a:r>
              <a:rPr lang="en-GB" b="1" dirty="0"/>
              <a:t>Do not check anything yet.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Click the </a:t>
            </a:r>
            <a:r>
              <a:rPr lang="en-GB" b="1" dirty="0"/>
              <a:t>Select Packs</a:t>
            </a:r>
            <a:r>
              <a:rPr lang="en-GB" dirty="0"/>
              <a:t> button at the bottom left.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Uncheck</a:t>
            </a:r>
            <a:r>
              <a:rPr lang="en-GB" dirty="0"/>
              <a:t> the box at the top: </a:t>
            </a:r>
            <a:r>
              <a:rPr lang="en-GB" i="1" dirty="0"/>
              <a:t>"Use latest versions of all installed Software Packs"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Find </a:t>
            </a:r>
            <a:r>
              <a:rPr lang="en-GB" b="1" dirty="0"/>
              <a:t>Keil::STM32F4xx_DFP</a:t>
            </a:r>
            <a:r>
              <a:rPr lang="en-GB" dirty="0"/>
              <a:t> in the list.</a:t>
            </a:r>
          </a:p>
          <a:p>
            <a:pPr>
              <a:buFont typeface="+mj-lt"/>
              <a:buAutoNum type="arabicPeriod"/>
            </a:pPr>
            <a:r>
              <a:rPr lang="en-GB" dirty="0"/>
              <a:t>Click the version number (likely 3.1.1) and change it to </a:t>
            </a:r>
            <a:r>
              <a:rPr lang="en-GB" b="1" dirty="0"/>
              <a:t>2.17.1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OK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38966-9390-B37A-9812-B1075174B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2102864"/>
            <a:ext cx="7367016" cy="460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75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C5943-A40D-DBF0-5C00-32D6CB47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6567CA-26C6-7C61-0778-65EB9E5B5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53" y="374316"/>
            <a:ext cx="9542894" cy="630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1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467B-A7FD-217A-9223-48D15EB9D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D267E3-F9C7-A055-27A6-83325236CE04}"/>
              </a:ext>
            </a:extLst>
          </p:cNvPr>
          <p:cNvSpPr txBox="1"/>
          <p:nvPr/>
        </p:nvSpPr>
        <p:spPr>
          <a:xfrm>
            <a:off x="285750" y="281446"/>
            <a:ext cx="1135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Phase 3: Select the Components</a:t>
            </a:r>
          </a:p>
          <a:p>
            <a:pPr>
              <a:buNone/>
            </a:pPr>
            <a:r>
              <a:rPr lang="en-GB" dirty="0"/>
              <a:t>Once you click OK in Phase 2, you'll be back in the </a:t>
            </a:r>
            <a:r>
              <a:rPr lang="en-GB" b="1" dirty="0"/>
              <a:t>Manage Run-Time Environment</a:t>
            </a:r>
            <a:r>
              <a:rPr lang="en-GB" dirty="0"/>
              <a:t> window.</a:t>
            </a:r>
          </a:p>
          <a:p>
            <a:pPr>
              <a:buFont typeface="+mj-lt"/>
              <a:buAutoNum type="arabicPeriod"/>
            </a:pPr>
            <a:r>
              <a:rPr lang="en-GB" dirty="0"/>
              <a:t>Expand </a:t>
            </a:r>
            <a:r>
              <a:rPr lang="en-GB" b="1" dirty="0"/>
              <a:t>CMSIS</a:t>
            </a:r>
            <a:r>
              <a:rPr lang="en-GB" dirty="0"/>
              <a:t> and check </a:t>
            </a:r>
            <a:r>
              <a:rPr lang="en-GB" b="1" dirty="0"/>
              <a:t>CORE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Expand </a:t>
            </a:r>
            <a:r>
              <a:rPr lang="en-GB" b="1" dirty="0"/>
              <a:t>Device</a:t>
            </a:r>
            <a:r>
              <a:rPr lang="en-GB" dirty="0"/>
              <a:t> and check </a:t>
            </a:r>
            <a:r>
              <a:rPr lang="en-GB" b="1" dirty="0"/>
              <a:t>Startup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i="1" dirty="0"/>
              <a:t>Note: If you see "STM32Cube" options, ignore them. You only want the plain "Startup" box.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OK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F840E-0DB8-9FC2-B4DF-BFA755B13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4" y="1828204"/>
            <a:ext cx="8506968" cy="482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1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0AAE-33BA-6D5B-A9F2-FF5D08A1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982BE-616E-B1D8-E873-C1B774B1E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969" y="1657035"/>
            <a:ext cx="8125519" cy="50749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49BED0-925A-4A35-3EFA-1870734E2DA7}"/>
              </a:ext>
            </a:extLst>
          </p:cNvPr>
          <p:cNvSpPr txBox="1"/>
          <p:nvPr/>
        </p:nvSpPr>
        <p:spPr>
          <a:xfrm>
            <a:off x="120396" y="126046"/>
            <a:ext cx="112273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Phase 4: Create the Code File</a:t>
            </a:r>
          </a:p>
          <a:p>
            <a:pPr>
              <a:buFont typeface="+mj-lt"/>
              <a:buAutoNum type="arabicPeriod"/>
            </a:pPr>
            <a:r>
              <a:rPr lang="en-GB" dirty="0"/>
              <a:t>In the </a:t>
            </a:r>
            <a:r>
              <a:rPr lang="en-GB" b="1" dirty="0"/>
              <a:t>Project</a:t>
            </a:r>
            <a:r>
              <a:rPr lang="en-GB" dirty="0"/>
              <a:t> window on the left, right-click </a:t>
            </a:r>
            <a:r>
              <a:rPr lang="en-GB" b="1" dirty="0"/>
              <a:t>Source Group 1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Select </a:t>
            </a:r>
            <a:r>
              <a:rPr lang="en-GB" b="1" dirty="0"/>
              <a:t>Add New Item to Group 'Source Group 1'...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Choose </a:t>
            </a:r>
            <a:r>
              <a:rPr lang="en-GB" b="1" dirty="0"/>
              <a:t>C File (.c)</a:t>
            </a:r>
            <a:r>
              <a:rPr lang="en-GB" dirty="0"/>
              <a:t>, name it </a:t>
            </a:r>
            <a:r>
              <a:rPr lang="en-GB" dirty="0">
                <a:latin typeface="Courier New" panose="02070309020205020404" pitchFamily="49" charset="0"/>
              </a:rPr>
              <a:t>main</a:t>
            </a:r>
            <a:r>
              <a:rPr lang="en-GB" dirty="0"/>
              <a:t>, and click </a:t>
            </a:r>
            <a:r>
              <a:rPr lang="en-GB" b="1" dirty="0"/>
              <a:t>Add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Paste your code into the editor.</a:t>
            </a:r>
          </a:p>
        </p:txBody>
      </p:sp>
    </p:spTree>
    <p:extLst>
      <p:ext uri="{BB962C8B-B14F-4D97-AF65-F5344CB8AC3E}">
        <p14:creationId xmlns:p14="http://schemas.microsoft.com/office/powerpoint/2010/main" val="3813216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88D3-61CB-0DB1-9845-60FB865C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C6F800-0CCA-05F0-DD28-37CF98AF77D4}"/>
              </a:ext>
            </a:extLst>
          </p:cNvPr>
          <p:cNvSpPr txBox="1"/>
          <p:nvPr/>
        </p:nvSpPr>
        <p:spPr>
          <a:xfrm>
            <a:off x="146304" y="246888"/>
            <a:ext cx="115854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Phase 5: Configure Target Settings (The "Magic Wand")</a:t>
            </a:r>
          </a:p>
          <a:p>
            <a:pPr>
              <a:buNone/>
            </a:pPr>
            <a:r>
              <a:rPr lang="en-GB" dirty="0"/>
              <a:t>Click the </a:t>
            </a:r>
            <a:r>
              <a:rPr lang="en-GB" b="1" dirty="0"/>
              <a:t>Options for Target</a:t>
            </a:r>
            <a:r>
              <a:rPr lang="en-GB" dirty="0"/>
              <a:t> icon (the magic wand).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Target Tab:</a:t>
            </a:r>
            <a:r>
              <a:rPr lang="en-GB" dirty="0"/>
              <a:t> * Set </a:t>
            </a:r>
            <a:r>
              <a:rPr lang="en-GB" b="1" dirty="0" err="1"/>
              <a:t>Xtal</a:t>
            </a:r>
            <a:r>
              <a:rPr lang="en-GB" b="1" dirty="0"/>
              <a:t> (MHz)</a:t>
            </a:r>
            <a:r>
              <a:rPr lang="en-GB" dirty="0"/>
              <a:t> to </a:t>
            </a:r>
            <a:r>
              <a:rPr lang="en-GB" dirty="0">
                <a:latin typeface="Courier New" panose="02070309020205020404" pitchFamily="49" charset="0"/>
              </a:rPr>
              <a:t>16.0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Check </a:t>
            </a:r>
            <a:r>
              <a:rPr lang="en-GB" b="1" dirty="0"/>
              <a:t>Use </a:t>
            </a:r>
            <a:r>
              <a:rPr lang="en-GB" b="1" dirty="0" err="1"/>
              <a:t>MicroLIB</a:t>
            </a:r>
            <a:r>
              <a:rPr lang="en-GB" dirty="0"/>
              <a:t> (required for </a:t>
            </a:r>
            <a:r>
              <a:rPr lang="en-GB" dirty="0" err="1">
                <a:latin typeface="Courier New" panose="02070309020205020404" pitchFamily="49" charset="0"/>
              </a:rPr>
              <a:t>printf</a:t>
            </a:r>
            <a:r>
              <a:rPr lang="en-GB" dirty="0"/>
              <a:t> and </a:t>
            </a:r>
            <a:r>
              <a:rPr lang="en-GB" dirty="0" err="1">
                <a:latin typeface="Courier New" panose="02070309020205020404" pitchFamily="49" charset="0"/>
              </a:rPr>
              <a:t>sprintf</a:t>
            </a:r>
            <a:r>
              <a:rPr lang="en-GB" dirty="0"/>
              <a:t>).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Debug Tab:</a:t>
            </a:r>
            <a:r>
              <a:rPr lang="en-GB" dirty="0"/>
              <a:t> * Ensure the right-hand side is set to </a:t>
            </a:r>
            <a:r>
              <a:rPr lang="en-GB" b="1" dirty="0"/>
              <a:t>ST-Link Debugger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Settings</a:t>
            </a:r>
            <a:r>
              <a:rPr lang="en-GB" dirty="0"/>
              <a:t> next to it, go to the </a:t>
            </a:r>
            <a:r>
              <a:rPr lang="en-GB" b="1" dirty="0"/>
              <a:t>Flash Download</a:t>
            </a:r>
            <a:r>
              <a:rPr lang="en-GB" dirty="0"/>
              <a:t> tab, and check </a:t>
            </a:r>
            <a:r>
              <a:rPr lang="en-GB" b="1" dirty="0"/>
              <a:t>Reset and Run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OK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CCDC3-D3B1-65C6-7146-AAC201999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563" y="2390027"/>
            <a:ext cx="5652373" cy="42210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DC767F-0765-E137-474D-5E2A5FEB2419}"/>
              </a:ext>
            </a:extLst>
          </p:cNvPr>
          <p:cNvSpPr txBox="1"/>
          <p:nvPr/>
        </p:nvSpPr>
        <p:spPr>
          <a:xfrm>
            <a:off x="146304" y="2687658"/>
            <a:ext cx="304876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100" dirty="0"/>
              <a:t>The reason </a:t>
            </a:r>
            <a:r>
              <a:rPr lang="en-GB" sz="1100" b="1" dirty="0" err="1"/>
              <a:t>Xtal</a:t>
            </a:r>
            <a:r>
              <a:rPr lang="en-GB" sz="1100" b="1" dirty="0"/>
              <a:t> (MHz)</a:t>
            </a:r>
            <a:r>
              <a:rPr lang="en-GB" sz="1100" dirty="0"/>
              <a:t> is greyed out in your </a:t>
            </a:r>
            <a:r>
              <a:rPr lang="en-GB" sz="1100" b="1" dirty="0"/>
              <a:t>image_ef4942.png</a:t>
            </a:r>
            <a:r>
              <a:rPr lang="en-GB" sz="1100" dirty="0"/>
              <a:t> is that you have successfully moved to the "Classic" 2.17.1 pack.</a:t>
            </a:r>
          </a:p>
          <a:p>
            <a:pPr>
              <a:buNone/>
            </a:pPr>
            <a:r>
              <a:rPr lang="en-GB" sz="1100" dirty="0"/>
              <a:t>In the newer ARM Compiler 6 (AC6), Keil ignores that box because the clock speed is now defined physically inside your </a:t>
            </a:r>
            <a:r>
              <a:rPr lang="en-GB" sz="1100" dirty="0">
                <a:latin typeface="Courier New" panose="02070309020205020404" pitchFamily="49" charset="0"/>
              </a:rPr>
              <a:t>system_stm32f4xx.c</a:t>
            </a:r>
            <a:r>
              <a:rPr lang="en-GB" sz="1100" dirty="0"/>
              <a:t> file rather than a text box in the menu.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6A2424-4102-C6AE-C019-63EABBCAD5DC}"/>
              </a:ext>
            </a:extLst>
          </p:cNvPr>
          <p:cNvCxnSpPr>
            <a:stCxn id="7" idx="3"/>
          </p:cNvCxnSpPr>
          <p:nvPr/>
        </p:nvCxnSpPr>
        <p:spPr>
          <a:xfrm flipV="1">
            <a:off x="3195066" y="3319272"/>
            <a:ext cx="2391918" cy="176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725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0DA87-F2DD-74C5-1C81-13D6B1E9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B79F57-9D85-646F-29B9-FC85481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67" y="548640"/>
            <a:ext cx="4411762" cy="3299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60B870-D6DC-D4DF-8CF8-BC386CF10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548640"/>
            <a:ext cx="5149777" cy="388158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994B3A-8381-A30E-6921-3E6F90589807}"/>
              </a:ext>
            </a:extLst>
          </p:cNvPr>
          <p:cNvCxnSpPr/>
          <p:nvPr/>
        </p:nvCxnSpPr>
        <p:spPr>
          <a:xfrm>
            <a:off x="4718304" y="1078992"/>
            <a:ext cx="804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8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02CD1-1089-FB83-C1EB-B584DCE1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4C8CD1-E6C7-11D9-B385-BC55860C1316}"/>
              </a:ext>
            </a:extLst>
          </p:cNvPr>
          <p:cNvSpPr txBox="1"/>
          <p:nvPr/>
        </p:nvSpPr>
        <p:spPr>
          <a:xfrm>
            <a:off x="148590" y="163914"/>
            <a:ext cx="11125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Phase 6: Build and Load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Build:</a:t>
            </a:r>
            <a:r>
              <a:rPr lang="en-GB" dirty="0"/>
              <a:t> Press </a:t>
            </a:r>
            <a:r>
              <a:rPr lang="en-GB" b="1" dirty="0"/>
              <a:t>F7</a:t>
            </a:r>
            <a:r>
              <a:rPr lang="en-GB" dirty="0"/>
              <a:t> (or the icon with two blue arrows). Check the bottom window for </a:t>
            </a:r>
            <a:r>
              <a:rPr lang="en-GB" dirty="0">
                <a:latin typeface="Courier New" panose="02070309020205020404" pitchFamily="49" charset="0"/>
              </a:rPr>
              <a:t>0 Error(s)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Load:</a:t>
            </a:r>
            <a:r>
              <a:rPr lang="en-GB" dirty="0"/>
              <a:t> Press </a:t>
            </a:r>
            <a:r>
              <a:rPr lang="en-GB" b="1" dirty="0"/>
              <a:t>F8</a:t>
            </a:r>
            <a:r>
              <a:rPr lang="en-GB" dirty="0"/>
              <a:t> (or the </a:t>
            </a:r>
            <a:r>
              <a:rPr lang="en-GB" b="1" dirty="0"/>
              <a:t>LOAD</a:t>
            </a:r>
            <a:r>
              <a:rPr lang="en-GB" dirty="0"/>
              <a:t> icon) to send the code to your </a:t>
            </a:r>
            <a:r>
              <a:rPr lang="en-GB" dirty="0" err="1"/>
              <a:t>Nucleo</a:t>
            </a:r>
            <a:r>
              <a:rPr lang="en-GB" dirty="0"/>
              <a:t> board.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Reset:</a:t>
            </a:r>
            <a:r>
              <a:rPr lang="en-GB" dirty="0"/>
              <a:t> Press the </a:t>
            </a:r>
            <a:r>
              <a:rPr lang="en-GB" b="1" dirty="0"/>
              <a:t>Black Button</a:t>
            </a:r>
            <a:r>
              <a:rPr lang="en-GB" dirty="0"/>
              <a:t> on your board to start the program.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A4890-65C7-8D46-A4EA-A4001F748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441" y="1691640"/>
            <a:ext cx="7155118" cy="446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1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FB104-89AA-6523-8B7E-B6E0688E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BA12B-01BB-AC90-6175-ED9A9A986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27" y="0"/>
            <a:ext cx="10950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38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8BF59-EA7C-7894-D008-B3E54A261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660EE-C940-8EA7-ACBA-C3ACF0578E80}"/>
              </a:ext>
            </a:extLst>
          </p:cNvPr>
          <p:cNvSpPr txBox="1"/>
          <p:nvPr/>
        </p:nvSpPr>
        <p:spPr>
          <a:xfrm>
            <a:off x="3904567" y="3105834"/>
            <a:ext cx="438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DMA Version of Code</a:t>
            </a:r>
          </a:p>
        </p:txBody>
      </p:sp>
    </p:spTree>
    <p:extLst>
      <p:ext uri="{BB962C8B-B14F-4D97-AF65-F5344CB8AC3E}">
        <p14:creationId xmlns:p14="http://schemas.microsoft.com/office/powerpoint/2010/main" val="1912803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FF77F-3098-360A-8D9F-7707F753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EE8A2A-A54F-4694-E3FE-B21ABC95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625311"/>
            <a:ext cx="8959992" cy="560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63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DC0F3-818D-1703-1AAD-3F003BC6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5FDC6-F238-6C7A-A879-3A6D9399B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40392"/>
            <a:ext cx="11073685" cy="657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02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3241-8ACE-DEBB-159F-4C19E159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38324B-F93D-85EE-EF2F-A971DF08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9" y="0"/>
            <a:ext cx="11505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24EC-3C5D-97EC-D9BD-EA5B9504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CB0DA9-48CA-2F03-E4F7-017CC81E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399"/>
            <a:ext cx="12192000" cy="653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45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A50D-6FF0-D430-CED5-C87F9318B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655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497</Words>
  <Application>Microsoft Office PowerPoint</Application>
  <PresentationFormat>Widescreen</PresentationFormat>
  <Paragraphs>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Seunarine</dc:creator>
  <cp:lastModifiedBy>Kris Seunarine</cp:lastModifiedBy>
  <cp:revision>47</cp:revision>
  <dcterms:created xsi:type="dcterms:W3CDTF">2026-04-15T07:23:09Z</dcterms:created>
  <dcterms:modified xsi:type="dcterms:W3CDTF">2026-05-20T07:07:53Z</dcterms:modified>
</cp:coreProperties>
</file>